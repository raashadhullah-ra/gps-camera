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1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22960" y="1097280"/>
            <a:ext cx="292608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GPS CAMERA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Database Architecture &amp;</a:t>
            </a:r>
            <a:br/>
            <a:r>
              <a:t>Schema Specification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Comprehensive Table Structures, Data Types, Relationships &amp; Device Tracking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11480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t>Mobile App Client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t>Flutter (iOS &amp; Android)</a:t>
            </a:r>
            <a:br/>
            <a:r>
              <a:t>Anonymous Device Registration</a:t>
            </a:r>
            <a:br/>
            <a:r>
              <a:t>Local GPS Watermark Stamp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411480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Backend &amp; Admin API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rPr dirty="0"/>
              <a:t>Laravel 12 (PHP 8.2+)</a:t>
            </a:r>
            <a:br>
              <a:rPr dirty="0"/>
            </a:br>
            <a:r>
              <a:rPr dirty="0"/>
              <a:t>RESTful APIs / Sync Engine</a:t>
            </a:r>
            <a:br>
              <a:rPr dirty="0"/>
            </a:br>
            <a:r>
              <a:rPr dirty="0" err="1"/>
              <a:t>Spatie</a:t>
            </a:r>
            <a:r>
              <a:rPr dirty="0"/>
              <a:t> Roles &amp; Permissions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411480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dirty="0"/>
              <a:t>Cloud &amp; Push Services</a:t>
            </a:r>
          </a:p>
          <a:p>
            <a:pPr>
              <a:defRPr sz="1050">
                <a:solidFill>
                  <a:srgbClr val="CBD5E1"/>
                </a:solidFill>
              </a:defRPr>
            </a:pPr>
            <a:r>
              <a:rPr dirty="0"/>
              <a:t>Firebase Cloud Messaging (FCM)</a:t>
            </a:r>
            <a:br>
              <a:rPr dirty="0"/>
            </a:br>
            <a:r>
              <a:rPr dirty="0"/>
              <a:t>Device Telemetry &amp; Remote Config</a:t>
            </a:r>
            <a:br>
              <a:rPr dirty="0"/>
            </a:br>
            <a:r>
              <a:rPr dirty="0"/>
              <a:t>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SYSTEM TOPOLOGY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System Architecture &amp; 5 Core Table Clusters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1. Identity &amp; Staff Admin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users (Admins &amp; Super Admins)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roles (Spatie Extended Scope)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permissions (Module/Action Matrix)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login_activities (IP/Device/Geo)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audit_logs (Security Audit Trail)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31920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2. Mobile Installations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devices (Anonymous Device Master)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device_sessions (Usage Duration)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device_locations (Geo Heatmap)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3. Engagement &amp; Push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audience_segments (Target Filters)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notifications (FCM Push Campaigns)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analytics_events (Action Pings)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crash_reports (Exception Stacktraces)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931920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4. App Control &amp; Ads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remote_configs (Dynamic Configs)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app_versions (Force Update/Releases)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ads_managements (Kill-switches/AdMob)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app_permissions (Runtime Trackers)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3931920"/>
            <a:ext cx="347472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5. Communication &amp; Logs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admin_messages (Internal Messaging)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password_reset_tokens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sessions (Web Session Store)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DEVICE TELEMETRY WORKFLOW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Anonymous Device Identification &amp; Flutter Handshake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6060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Step 1: First App Launch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Flutter Generates Persistent ID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App launches without login screen</a:t>
            </a:r>
            <a:br/>
            <a:r>
              <a:t>• Reads/creates Installation ID (e.g. A8F3-9B21)</a:t>
            </a:r>
            <a:br/>
            <a:r>
              <a:t>• Stores persistently in FlutterSecureStorage</a:t>
            </a:r>
            <a:br/>
            <a:r>
              <a:t>• Retrieves hardware ID (Android ID / iOS IDFV)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463040"/>
            <a:ext cx="26060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Step 2: Firebase Initialization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Retrieves FCM Push Token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Initializes Firebase Messaging</a:t>
            </a:r>
            <a:br/>
            <a:r>
              <a:t>• Retrieves client FCM push token</a:t>
            </a:r>
            <a:br/>
            <a:r>
              <a:t>• Captures OS version, brand, model, screen resolution</a:t>
            </a:r>
            <a:br/>
            <a:r>
              <a:t>• Checks GPS runtime permission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26060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Step 3: Handshake API Sync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POST /api/v1/device/sync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Sends payload to Laravel backend</a:t>
            </a:r>
            <a:br/>
            <a:r>
              <a:t>• Backend updates/creates record in `devices`</a:t>
            </a:r>
            <a:br/>
            <a:r>
              <a:t>• Updates `last_seen_at`, IP, and Geo Location</a:t>
            </a:r>
            <a:br/>
            <a:r>
              <a:t>• Increments session counter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463040"/>
            <a:ext cx="26060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Step 4: Remote Config Return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Server Configures Client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Server returns ad frequency limits</a:t>
            </a:r>
            <a:br/>
            <a:r>
              <a:t>• Watermark preset styling rules</a:t>
            </a:r>
            <a:br/>
            <a:r>
              <a:t>• App force-update verification</a:t>
            </a:r>
            <a:br/>
            <a:r>
              <a:t>• User starts taking geotagged photos locally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IDENTITY &amp; ACCESS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Table 1: `users` — Administrator &amp; Staff Master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4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 / Default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 &amp; UI Mapping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PRIMARY KEY, AUTO_INCREMENT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 internal database sequence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uuid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CHAR(36)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UNIQUE, NOT NULL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Public UUID for secure API and internal references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admin_id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VARCHAR(30)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UNIQUE, 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Formatted ID e.g. ADM-0001 shown in Admin List &amp; Profile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Full Name of administrator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username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UNIQUE, NOT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 handle used for login credentials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displayname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Display Name shown in top navbar and user dropdown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UNIQUE, NOT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Work email address used for login and verification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password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 (HASHED)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Bcrypt / Argon2 hashed authentication password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avatar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File path or URL to profile picture photo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mobilenumber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VARCHAR(30)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Contact phone number with international country code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department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Department: Operations, Analytics, Support, Engineering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designation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Designation: System Administrator, Operations Manager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recovery_email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Backup email for password resets &amp; security alerts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two_factor_enabled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FALSE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2FA enforcement status (Google Authenticator / TOTP)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two_factor_secret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Encrypted secret key for OTP code generation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failed_login_attempts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INT UNSIGNED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Counter for auto-lockout after failed login tries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must_change_password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FALSE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Enforce mandatory password reset on first login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TINYINT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0 = Pending Activation, 1 = Active, 2 = Suspended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expires_at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Account Expiry date (e.g. 30 days, 60 days, No expiry)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preferences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JSON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User UI settings (Theme, Date format DD MMM YYYY, Alerts)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AUTHORIZATION MATRIX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Tables 2 &amp; 3: `roles` &amp; `permissions` — RBAC &amp; Scope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9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443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 / Default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 &amp; UI Role Builder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443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 role sequence identifier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443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NULL, UNIQUE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Role Name: Super Admin, Regional Operations Manager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443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UNIQUE, 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Role Code: e.g. REGIONAL_OPS_MANAGER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443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role_type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ENUM('system','custom')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'custom'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System Role (Protected) vs Custom Role (Editable)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443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scope_type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ENUM('full_org','restricted')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'full_org'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Access Scope: Full Organization vs Restricted Scope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443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assigned_regions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JSON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Region Access list e.g. ['Tamil Nadu', 'Kerala']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443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assigned_departments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JSON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Department Access list e.g. ['Operations', 'Support']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443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data_visibility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VARCHAR(50)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'all'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Visibility filter: 'assigned_regions_only'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443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restrict_exports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FALSE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Data Export restriction toggle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45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is_active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TRUE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Role status toggle (Active / Inactive)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4023360"/>
          <a:ext cx="1072865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3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63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Matrix Action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Spatie Permission Format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Applicable Modules (13 Total)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{module}.view (e.g. devices.view)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Dashboard, Devices, Users, Locations, Analytics, Crash Reports, etc.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Create / Add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{module}.create (e.g. notifications.create)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Notifications, Roles, Admins, Remote Config, Audience Segments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Edit / Update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{module}.edit (e.g. remote_config.edit)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Devices, App Versions, Ads Management, Settings, Roles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Delete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{module}.delete (e.g. admins.delete)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Admin Accounts, Notifications, Segments, Crash Reports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634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Export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{module}.export (e.g. devices.export)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Installed Devices, Analytics Reports, Location Logs, Audit Trail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636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Manage / Full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{module}.manage (e.g. ads.manage)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Full unrestricted control over module policies and configurations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AUDIT &amp; SECURITY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Tables 4 &amp; 5: `login_activities` &amp; `audit_logs` — Security Logs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2369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7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Sequence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user_id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FOREIGN KEY -&gt; users.id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Referenced administrator account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ip_address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VARCHAR(45)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Client IP address (IPv4 / IPv6)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device_type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VARCHAR(50)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Desktop, Mobile, Tablet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VARCHAR(50)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Operating system e.g. Windows 11, macOS, Android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browser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VARCHAR(50)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Browser client e.g. Chrome 124, Safari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city / state / country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Geo-IP location e.g. Tirunelveli, Tamil Nadu, India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TRUE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Login outcome: 1 = Success, 0 = Failed Attempt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login_at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CURRENT_TIMESTAMP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Timestamp of session initialization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931920"/>
          <a:ext cx="1072865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7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Sequence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user_id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FOREIGN KEY -&gt; users.id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Admin who performed the action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Action type e.g. created_role, assigned_permission, blocked_device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System module affected e.g. Roles &amp; Access, Remote Config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Human readable change summary for audit verification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old_values / new_values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JSON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Snapshot diff before and after modification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ip_address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VARCHAR(45)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Originating IP address of admin workstation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CLIENT TELEMETRY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Table 6: `devices` — Mobile App Installations &amp; Anonymous Users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20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Constraints / Default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 &amp; Usage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PRIMARY KEY, AUTO_INCREMENT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Database sequential identity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installation_id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VARCHAR(64)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UNIQUE, INDEX, NOT NULL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Installation ID (A8F3-9B21) generated on first open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hardware_id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VARCHAR(128)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INDEX, 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Persistent Android ID / iOS IDFV to detect reinstalls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fcm_token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Firebase Push Notification Token for targeted campaigns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ENUM('Android','iOS')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INDEX, NOT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Mobile operating system 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device_brand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VARCHAR(50)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Manufacturer brand: Samsung, Xiaomi, Apple, Vivo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device_model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Model designation: Galaxy A55, Redmi Note 13, iPhone 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os_version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VARCHAR(30)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OS Build: Android 14, iOS 17.5.1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app_version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VARCHAR(20)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INDEX, DEFAULT '1.0.0'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Installed GeoCam build version e.g. 1.0.3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app_build_number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Numeric release code for version upgrades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screen_resolution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VARCHAR(30)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Screen width &amp; height e.g. 1080x2340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ip_address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VARCHAR(45)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Most recent client IP address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country / state / 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Geographical location derived from IP / GPS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latitude / longitude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DECIMAL(10,8) / (11,8)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Latest approximate coordinates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total_photos_taken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Lifetime photo capture counter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is_active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TRUE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Device status toggle (Active / Inactive)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is_blacklisted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FALSE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Fraud / abuse blacklist toggle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first_seen_at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CURRENT_TIMESTAMP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Date and time of original installation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last_seen_at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INDEX, CURRENT_TIMESTAMP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Timestamp of last app open / sync ('2 min ago')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USAGE &amp; GEO ANALYTICS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Tables 7 &amp; 8: `device_sessions` &amp; `device_locations` — Analytics &amp; Heatmaps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7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 sequence identifier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device_id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FOREIGN KEY -&gt; devices.id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Referenced client device record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session_id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VARCHAR(64)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UNIQUE, NOT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 UUID generated per app open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app_version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VARCHAR(20)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Version running during this specific session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started_at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CURRENT_TIMESTAMP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App foreground / open timestamp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ended_at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App background / close timestamp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duration_seconds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INT UNSIGNED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Total active engagement time in seconds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photos_taken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INT UNSIGNED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Number of photos captured in this session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931920"/>
          <a:ext cx="1072865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7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 sequence identifier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device_id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FOREIGN KEY -&gt; devices.id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Referenced client device record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country / state / 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Reverse geocoded location of photo activity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latitude / longitude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DECIMAL(10,8) / (11,8)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Precise GPS stamp coordinates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altitude / speed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FLOAT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GPS elevation and velocity telemetry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photos_count_in_area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INT UNSIGNED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Aggregated photos taken at this location cluster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captured_at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CURRENT_TIMESTAMP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Timestamp of geotag event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USER ENGAGEMENT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Tables 9 &amp; 10: `audience_segments` &amp; `notifications` — Push Campaigns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7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Sequence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Segment name e.g. 'Active Users in India', 'Old App Versions'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criteria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JSON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Filter rule: {'country':'India', 'app_version_op':'&lt;', 'app_version':'1.0.3'}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estimated_reach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Calculated device reach based on criteria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is_active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Segment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657600"/>
          <a:ext cx="107286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7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Campaign sequence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title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Notification title displayed in system tray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message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Notification body copy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image_url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Banner image URL for rich push notifications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action_url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Deep link scheme e.g. geocam://watermark/settings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segment_id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FOREIGN KEY -&gt; audience_segments.id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Target audience segment (NULL = All Devices)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target_platform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ENUM('all','Android','iOS')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'all'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Platform filter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ENUM('draft','scheduled','sent')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'draft'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Campaign delivery lifecycle status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total_sent / opened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INT UNSIGNED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Analytics counters for delivery and click-through rates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TELEMETRY &amp; CRASHES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Tables 11 &amp; 12: `analytics_events` &amp; `crash_reports` — App Stability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7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Sequence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device_id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FOREIGN KEY -&gt; devices.id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Originating device 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event_name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VARCHAR(50)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INDEX, NOT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Event key: photo_clicked, stamp_customized, share_tapped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event_data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JSON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Event properties: {'stamp_type':'classic_gps', 'flash':true}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created_at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CURRENT_TIMESTAMP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Event timestamp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657600"/>
          <a:ext cx="107286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7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Sequence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device_id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FOREIGN KEY -&gt; devices.id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Device where crash occurred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app_version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VARCHAR(20)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GeoCam version when crash triggered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os_version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VARCHAR(30)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Client OS (e.g. Android 14)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device_model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Device hardware (e.g. Samsung Galaxy A55)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exception_class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Exception type: CameraHardwareException, OutOfMemoryError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error_message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Brief crash description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stack_trace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LONGTEXT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Full exception callstack for debugging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ENUM('unresolved','resolved')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'unresolved'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Bug tracking status in Admin Portal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REMOTE CONFIG &amp; RELEASES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Tables 13 &amp; 14: `remote_configs` &amp; `app_versions` — Dynamic App Control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7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 &amp; Usage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Sequence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UNIQUE, NOT NULL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Config key: default_watermark_style, max_photo_resolution, enable_compass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value_type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VARCHAR(30)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'string'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Data type descriptor: boolean, string, integer, json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LONGTEXT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Dynamic value returned to Flutter client without store update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Internal documentation explaining parameter impact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4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is_active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TRUE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Switch to enable / disable dynamic override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3931920"/>
          <a:ext cx="1072865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7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Sequence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ENUM('Android','iOS')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Platform target for version release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version_name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VARCHAR(20)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Semantic version string e.g. 1.0.3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version_code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INT UNSIGNED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Build number (e.g. 103) for comparative checks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is_force_update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FALSE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Enforce mandatory update popup in Flutter app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changelog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Release notes displayed to users in update dialog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store_url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Google Play Store / Apple App Store download link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is_active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TRUE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Release status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APP MONETIZATION &amp; INBOX</a:t>
            </a:r>
          </a:p>
          <a:p>
            <a:pPr>
              <a:defRPr sz="2000" b="1">
                <a:solidFill>
                  <a:srgbClr val="0F172A"/>
                </a:solidFill>
              </a:defRPr>
            </a:pPr>
            <a:r>
              <a:t>Tables 15 &amp; 16: `ads_managements` &amp; `admin_messages` — Monetization &amp; Messaging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72865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7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 &amp; AdMob Integration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Sequence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ENUM('Android','iOS')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Target OS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ad_network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VARCHAR(50)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'AdMob'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Provider: Google AdMob, Unity Ads, AppLovin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ads_enabled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TRUE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Global Kill-Switch to turn off all ads instantly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banner_ad_unit_id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Ad unit ID for bottom camera preview banner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banner_enabled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TRUE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Toggle banner ads on/off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interstitial_ad_unit_id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Ad unit ID for full-screen interstitial ads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interstitial_interval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INT UNSIGNED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Show full-screen ad after every X photo captures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rewarded_ad_unit_id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NULLABLE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Ad unit ID for unlocking premium watermark templates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4114800"/>
          <a:ext cx="107286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78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 Name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Data Type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Constraints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Sequence 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sender_id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FOREIGN KEY -&gt; users.id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Admin who composed the internal message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recipient_id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BIGINT UNSIGNED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FOREIGN KEY -&gt; users.id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Target admin recipient (or NULL for broadcasts)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subject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Message title / subject line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message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Internal communication body copy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is_read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BOOLEAN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DEFAULT FALSE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Read / unread status badge in top navbar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563EB"/>
                          </a:solidFill>
                        </a:defRPr>
                      </a:pPr>
                      <a:r>
                        <a:t>created_at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D9488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CURRENT_TIMESTAMP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</a:defRPr>
                      </a:pPr>
                      <a:r>
                        <a:t>Sent timestamp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GPS CAMERA PLATFORM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Complete Schema Architecture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16 Database Tables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Covers all 13 sidebar modules, anonymous Flutter devices, AdMob controls, and Spatie RBAC permission matrix.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Zero Photo Storage Cost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All GPS watermarking is processed on Flutter client canvas &amp; saved to phone storage. Server only stores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Spatie RBAC Matrix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Pre-structured for View, Create, Edit, Delete, Export, and Manage actions across all system modules.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Dynamic Monetization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Instant AdMob kill-switches and customizable interstitial frequency (e.g. 1 ad per 3 photos) via Remote Config.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3077</Words>
  <Application>Microsoft Office PowerPoint</Application>
  <PresentationFormat>Widescreen</PresentationFormat>
  <Paragraphs>710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Gs Ismail Ismail</cp:lastModifiedBy>
  <cp:revision>2</cp:revision>
  <dcterms:created xsi:type="dcterms:W3CDTF">2013-01-27T09:14:16Z</dcterms:created>
  <dcterms:modified xsi:type="dcterms:W3CDTF">2026-08-21T07:28:40Z</dcterms:modified>
  <cp:category/>
</cp:coreProperties>
</file>